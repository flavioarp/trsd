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bookmarkIdSeed="2" saveSubsetFonts="1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/>
  <p:notesSz cx="6858000" cy="9144000"/>
  <p:defaultTextStyle>
    <a:defPPr>
      <a:defRPr lang="pt-B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5" d="100"/>
          <a:sy n="105" d="100"/>
        </p:scale>
        <p:origin x="1068" y="96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B2D157-1E8F-F763-1698-B5B6D6B859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146BEE-B6F8-4952-E90A-8B95FD48F0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6EB9F9-7E4B-37FB-AD23-621107FECD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391732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545554848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1516971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75BBF73-5011-4AEB-B755-55C142B67172}" type="datetimeFigureOut">
              <a:rPr lang="pt-BR"/>
              <a:t>18/03/2026</a:t>
            </a:fld>
            <a:endParaRPr lang="pt-BR"/>
          </a:p>
        </p:txBody>
      </p:sp>
      <p:sp>
        <p:nvSpPr>
          <p:cNvPr id="17271081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985944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DC7E12-1756-4047-A9E5-47E4182F4A1E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5478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9593456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pt-BR"/>
          </a:p>
        </p:txBody>
      </p:sp>
      <p:sp>
        <p:nvSpPr>
          <p:cNvPr id="211603891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75BBF73-5011-4AEB-B755-55C142B67172}" type="datetimeFigureOut">
              <a:rPr lang="pt-BR"/>
              <a:t>18/03/2026</a:t>
            </a:fld>
            <a:endParaRPr lang="pt-BR"/>
          </a:p>
        </p:txBody>
      </p:sp>
      <p:sp>
        <p:nvSpPr>
          <p:cNvPr id="4027567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386823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DC7E12-1756-4047-A9E5-47E4182F4A1E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662691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931036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48504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75BBF73-5011-4AEB-B755-55C142B67172}" type="datetimeFigureOut">
              <a:rPr lang="pt-BR"/>
              <a:t>18/03/2026</a:t>
            </a:fld>
            <a:endParaRPr lang="pt-BR"/>
          </a:p>
        </p:txBody>
      </p:sp>
      <p:sp>
        <p:nvSpPr>
          <p:cNvPr id="20544615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58221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DC7E12-1756-4047-A9E5-47E4182F4A1E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5993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6711177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pt-BR"/>
          </a:p>
        </p:txBody>
      </p:sp>
      <p:sp>
        <p:nvSpPr>
          <p:cNvPr id="207115954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pt-BR"/>
          </a:p>
        </p:txBody>
      </p:sp>
      <p:sp>
        <p:nvSpPr>
          <p:cNvPr id="82121864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75BBF73-5011-4AEB-B755-55C142B67172}" type="datetimeFigureOut">
              <a:rPr lang="pt-BR"/>
              <a:t>18/03/2026</a:t>
            </a:fld>
            <a:endParaRPr lang="pt-BR"/>
          </a:p>
        </p:txBody>
      </p:sp>
      <p:sp>
        <p:nvSpPr>
          <p:cNvPr id="86651568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59516221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DC7E12-1756-4047-A9E5-47E4182F4A1E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18342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103051067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2760594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pt-BR"/>
          </a:p>
        </p:txBody>
      </p:sp>
      <p:sp>
        <p:nvSpPr>
          <p:cNvPr id="141077332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5395233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pt-BR"/>
          </a:p>
        </p:txBody>
      </p:sp>
      <p:sp>
        <p:nvSpPr>
          <p:cNvPr id="19663908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75BBF73-5011-4AEB-B755-55C142B67172}" type="datetimeFigureOut">
              <a:rPr lang="pt-BR"/>
              <a:t>18/03/2026</a:t>
            </a:fld>
            <a:endParaRPr lang="pt-BR"/>
          </a:p>
        </p:txBody>
      </p:sp>
      <p:sp>
        <p:nvSpPr>
          <p:cNvPr id="47630014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96791289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DC7E12-1756-4047-A9E5-47E4182F4A1E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9958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49753943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75BBF73-5011-4AEB-B755-55C142B67172}" type="datetimeFigureOut">
              <a:rPr lang="pt-BR"/>
              <a:t>18/03/2026</a:t>
            </a:fld>
            <a:endParaRPr lang="pt-BR"/>
          </a:p>
        </p:txBody>
      </p:sp>
      <p:sp>
        <p:nvSpPr>
          <p:cNvPr id="130308551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808498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DC7E12-1756-4047-A9E5-47E4182F4A1E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36214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75BBF73-5011-4AEB-B755-55C142B67172}" type="datetimeFigureOut">
              <a:rPr lang="pt-BR"/>
              <a:t>18/03/2026</a:t>
            </a:fld>
            <a:endParaRPr lang="pt-BR"/>
          </a:p>
        </p:txBody>
      </p:sp>
      <p:sp>
        <p:nvSpPr>
          <p:cNvPr id="24409549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815700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DC7E12-1756-4047-A9E5-47E4182F4A1E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3167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15321361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pt-BR"/>
          </a:p>
        </p:txBody>
      </p:sp>
      <p:sp>
        <p:nvSpPr>
          <p:cNvPr id="1691362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4417851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75BBF73-5011-4AEB-B755-55C142B67172}" type="datetimeFigureOut">
              <a:rPr lang="pt-BR"/>
              <a:t>18/03/2026</a:t>
            </a:fld>
            <a:endParaRPr lang="pt-BR"/>
          </a:p>
        </p:txBody>
      </p:sp>
      <p:sp>
        <p:nvSpPr>
          <p:cNvPr id="109651279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74336790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DC7E12-1756-4047-A9E5-47E4182F4A1E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08054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69417963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pt-BR"/>
          </a:p>
        </p:txBody>
      </p:sp>
      <p:sp>
        <p:nvSpPr>
          <p:cNvPr id="35510038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231490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75BBF73-5011-4AEB-B755-55C142B67172}" type="datetimeFigureOut">
              <a:rPr lang="pt-BR"/>
              <a:t>18/03/2026</a:t>
            </a:fld>
            <a:endParaRPr lang="pt-BR"/>
          </a:p>
        </p:txBody>
      </p:sp>
      <p:sp>
        <p:nvSpPr>
          <p:cNvPr id="25421470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478122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DC7E12-1756-4047-A9E5-47E4182F4A1E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904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167492546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pt-BR"/>
          </a:p>
        </p:txBody>
      </p:sp>
      <p:sp>
        <p:nvSpPr>
          <p:cNvPr id="8563387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75BBF73-5011-4AEB-B755-55C142B67172}" type="datetimeFigureOut">
              <a:rPr lang="pt-BR"/>
              <a:t>18/03/2026</a:t>
            </a:fld>
            <a:endParaRPr lang="pt-BR"/>
          </a:p>
        </p:txBody>
      </p:sp>
      <p:sp>
        <p:nvSpPr>
          <p:cNvPr id="5919268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1324446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DC7E12-1756-4047-A9E5-47E4182F4A1E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75647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03307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pt-BR"/>
          </a:p>
        </p:txBody>
      </p:sp>
      <p:sp>
        <p:nvSpPr>
          <p:cNvPr id="14122682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75BBF73-5011-4AEB-B755-55C142B67172}" type="datetimeFigureOut">
              <a:rPr lang="pt-BR"/>
              <a:t>18/03/2026</a:t>
            </a:fld>
            <a:endParaRPr lang="pt-BR"/>
          </a:p>
        </p:txBody>
      </p:sp>
      <p:sp>
        <p:nvSpPr>
          <p:cNvPr id="5536809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1239827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DC7E12-1756-4047-A9E5-47E4182F4A1E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0203159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13352811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pt-BR"/>
          </a:p>
        </p:txBody>
      </p:sp>
      <p:sp>
        <p:nvSpPr>
          <p:cNvPr id="17646766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E75BBF73-5011-4AEB-B755-55C142B67172}" type="datetimeFigureOut">
              <a:rPr lang="pt-BR"/>
              <a:t>18/03/2026</a:t>
            </a:fld>
            <a:endParaRPr lang="pt-BR"/>
          </a:p>
        </p:txBody>
      </p:sp>
      <p:sp>
        <p:nvSpPr>
          <p:cNvPr id="85100249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976656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FDC7E12-1756-4047-A9E5-47E4182F4A1E}" type="slidenum">
              <a:rPr lang="pt-BR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705091" name="Rectangle 1"/>
          <p:cNvSpPr>
            <a:spLocks noChangeArrowheads="1"/>
          </p:cNvSpPr>
          <p:nvPr/>
        </p:nvSpPr>
        <p:spPr bwMode="auto">
          <a:xfrm>
            <a:off x="309490" y="394678"/>
            <a:ext cx="10800457" cy="12926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20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PROCC0113 - </a:t>
            </a:r>
            <a:endParaRPr lang="pt-BR" sz="20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20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TÓPICOS AVANÇADOS EM REDES DE COMPUTADORES E SISTEMAS DISTRIBUÍDOS I</a:t>
            </a:r>
            <a:endParaRPr lang="pt-BR" sz="20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20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(2026.1 - T01)</a:t>
            </a:r>
            <a:endParaRPr lang="pt-BR" sz="20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pt-BR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071410103" name="TextBox 9"/>
          <p:cNvSpPr txBox="1"/>
          <p:nvPr/>
        </p:nvSpPr>
        <p:spPr bwMode="auto">
          <a:xfrm>
            <a:off x="218446" y="5583926"/>
            <a:ext cx="862075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400" b="1">
                <a:latin typeface="Arial"/>
              </a:rPr>
              <a:t>ERIK RICHARD BARBOSA DOS SANTOS (202521000959)</a:t>
            </a:r>
            <a:endParaRPr/>
          </a:p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400" b="1">
                <a:latin typeface="Arial"/>
              </a:rPr>
              <a:t>FLÁVIO EMANUEL DE OLIVEIRA SANTOS (202611000635) </a:t>
            </a:r>
            <a:endParaRPr/>
          </a:p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400" b="1">
                <a:latin typeface="Arial"/>
              </a:rPr>
              <a:t>MARCOS ANDRÉ DE ARAGÃO SOARES (202521003772)</a:t>
            </a:r>
            <a:endParaRPr lang="pt-BR" sz="14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4495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>
                <a:latin typeface="Arial"/>
                <a:cs typeface="Arial"/>
              </a:rPr>
              <a:t>Estruturação</a:t>
            </a:r>
            <a:endParaRPr/>
          </a:p>
        </p:txBody>
      </p:sp>
      <p:sp>
        <p:nvSpPr>
          <p:cNvPr id="96742246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pt-BR" sz="2200" b="1">
                <a:latin typeface="Arial"/>
                <a:cs typeface="Arial"/>
              </a:rPr>
              <a:t>Sistema Gerenciador </a:t>
            </a:r>
            <a:r>
              <a:rPr lang="pt-BR" sz="2200">
                <a:latin typeface="Arial"/>
                <a:cs typeface="Arial"/>
              </a:rPr>
              <a:t>— Observa quais recursos o processo provider oferece e decide como responder à requisição do cliente</a:t>
            </a:r>
            <a:endParaRPr/>
          </a:p>
          <a:p>
            <a:pPr marL="0" indent="0">
              <a:buNone/>
              <a:defRPr/>
            </a:pPr>
            <a:r>
              <a:rPr lang="pt-BR" sz="2200" b="1">
                <a:latin typeface="Arial"/>
                <a:cs typeface="Arial"/>
              </a:rPr>
              <a:t>Sistema Gerenciado </a:t>
            </a:r>
            <a:r>
              <a:rPr lang="pt-BR" sz="2200">
                <a:latin typeface="Arial"/>
                <a:cs typeface="Arial"/>
              </a:rPr>
              <a:t>— Recebe a requisição do cliente, processa e responde</a:t>
            </a:r>
            <a:endParaRPr/>
          </a:p>
          <a:p>
            <a:pPr marL="0" indent="0">
              <a:buNone/>
              <a:defRPr/>
            </a:pPr>
            <a:r>
              <a:rPr lang="pt-BR" sz="2200" b="1">
                <a:latin typeface="Arial"/>
                <a:cs typeface="Arial"/>
              </a:rPr>
              <a:t>Ambiente</a:t>
            </a:r>
            <a:r>
              <a:rPr lang="pt-BR" sz="2200">
                <a:latin typeface="Arial"/>
                <a:cs typeface="Arial"/>
              </a:rPr>
              <a:t> — Existência de processo provider em memória principal</a:t>
            </a:r>
            <a:endParaRPr lang="pt-BR" sz="2200">
              <a:solidFill>
                <a:srgbClr val="FF0000"/>
              </a:solidFill>
              <a:latin typeface="Arial"/>
              <a:cs typeface="Arial"/>
            </a:endParaRPr>
          </a:p>
          <a:p>
            <a:pPr marL="0" indent="0">
              <a:buNone/>
              <a:defRPr/>
            </a:pPr>
            <a:endParaRPr lang="pt-BR" sz="220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509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Tabela de Autoadaptação	</a:t>
            </a:r>
            <a:endParaRPr/>
          </a:p>
        </p:txBody>
      </p:sp>
      <p:sp>
        <p:nvSpPr>
          <p:cNvPr id="174616237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Porque – Mudança no Sistema</a:t>
            </a:r>
            <a:r>
              <a:rPr/>
              <a:t> &amp; Self Healing</a:t>
            </a:r>
            <a:endParaRPr/>
          </a:p>
          <a:p>
            <a:pPr>
              <a:defRPr/>
            </a:pPr>
            <a:r>
              <a:rPr/>
              <a:t>Quem - Autônomo</a:t>
            </a:r>
            <a:endParaRPr/>
          </a:p>
          <a:p>
            <a:pPr>
              <a:defRPr/>
            </a:pPr>
            <a:r>
              <a:rPr/>
              <a:t>Quando - Reativa</a:t>
            </a:r>
            <a:endParaRPr/>
          </a:p>
          <a:p>
            <a:pPr>
              <a:defRPr/>
            </a:pPr>
            <a:r>
              <a:rPr/>
              <a:t>Oque - Comportamento</a:t>
            </a:r>
            <a:endParaRPr/>
          </a:p>
          <a:p>
            <a:pPr>
              <a:defRPr/>
            </a:pPr>
            <a:r>
              <a:rPr/>
              <a:t>Onde - Aplicação</a:t>
            </a:r>
            <a:endParaRPr/>
          </a:p>
          <a:p>
            <a:pPr>
              <a:defRPr/>
            </a:pPr>
            <a:r>
              <a:rPr/>
              <a:t>Como - Wrapper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Flavio Santos</dc:creator>
  <cp:lastModifiedBy/>
  <cp:revision>3</cp:revision>
  <dcterms:created xsi:type="dcterms:W3CDTF">2026-03-11T19:10:48Z</dcterms:created>
  <dcterms:modified xsi:type="dcterms:W3CDTF">2026-04-04T12:58:00Z</dcterms:modified>
</cp:coreProperties>
</file>